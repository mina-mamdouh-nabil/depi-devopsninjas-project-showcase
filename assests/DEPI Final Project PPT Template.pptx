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pen Sans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971365" y="1093629"/>
            <a:ext cx="73555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dirty="0"/>
          </a:p>
        </p:txBody>
      </p:sp>
      <p:sp>
        <p:nvSpPr>
          <p:cNvPr id="109" name="Google Shape;109;p1"/>
          <p:cNvSpPr txBox="1"/>
          <p:nvPr/>
        </p:nvSpPr>
        <p:spPr>
          <a:xfrm>
            <a:off x="971364" y="1563226"/>
            <a:ext cx="10382435" cy="435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1: Cover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Title: [Insert Project Title]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Presenter's Name: [Your Name]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Date: [Date of Presentation]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2: Project Idea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Brief description of the problem being solved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proposed solution (high-level idea)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Unique value proposition (Explain what makes your project stand out)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Slide3: Project Wireframe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Visual representation of key user interfaces (e.g., homepage, dashboard)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user journey (from onboarding to core features) |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for software groups only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Focus on usability and user experience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C0D188A-CD11-26E7-E30C-D2B575BD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4: End Users + Features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Define primary user personas (e.g., individuals, businesses,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features that address user needs (list the most critical functionalities)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Explain how the features solve the problems of each end-user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5: Data Structure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Description of the database architecture (e.g., relational, non-relational)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entities and relationships between data points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Data flow (how data is collected, stored, and accessed).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If you used CSV file, describe the features, the shape of data, balanced or not, used techniques, etc..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Final 6: Programming Languages + Frameworks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the main programming languages used (e.g., Python, JavaScript)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Highlight frameworks/tools used (e.g., Django, React)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Mention any supporting technologies (e.g., APIs, cloud platforms)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C4BBA22-CDA6-3850-DD7E-C95D6BC57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26" name="Google Shape;126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7: Live Application + Test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current state of the live application (beta/production)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testing phases (unit testing, integration testing, user testing)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Feedback from users or quality assurance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8: Deliverables (Reports,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of reports and documentation to be provided (e.g., technical specs, user manuals)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Timeline for deliverables (milestones and deadlines)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Other final products (e.g., working app, source code repository)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9: Project Team + Roles</a:t>
            </a:r>
            <a:endParaRPr sz="18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core team members and their roles (e.g., developers, UX designers)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responsibilities for each team member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Collaboration methods (e.g., communication tools, agile methodologies)</a:t>
            </a:r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99E71A1-4829-BC9E-C5A6-F525FE278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36" name="Google Shape;136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10: Thank You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Contact information for follow-up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Invitation for questions or feedback</a:t>
            </a:r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82470E1C-1572-7112-FE61-29E317F69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323665" y="1347629"/>
            <a:ext cx="31116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MANDATORY</a:t>
            </a:r>
            <a:r>
              <a:rPr lang="en-US" sz="22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</a:t>
            </a:r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r="37210"/>
          <a:stretch/>
        </p:blipFill>
        <p:spPr>
          <a:xfrm>
            <a:off x="3581401" y="833618"/>
            <a:ext cx="3259238" cy="519076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4863564" y="2013995"/>
            <a:ext cx="10118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#047954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4843718" y="3139510"/>
            <a:ext cx="1051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#0FAB7D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854747" y="4212613"/>
            <a:ext cx="1029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#336EA8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63564" y="5141039"/>
            <a:ext cx="10534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#D7B119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317315" y="1754630"/>
            <a:ext cx="2743200" cy="1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This is the official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for DEPI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Feel free To use it  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8FC0520-D428-BF01-1A65-AD3E9120A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2150166-55C0-F834-5D5E-7CD41C8E1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763" y="1677910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31601340-C566-EBE9-855E-4B345537A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81" name="Google Shape;18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82" name="Google Shape;182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517" y="2063376"/>
            <a:ext cx="2645893" cy="2731245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185" name="Google Shape;185;p8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C595512-9025-A7D7-1698-7895E5D90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605" y="1932029"/>
            <a:ext cx="4218798" cy="28714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F997C52-334A-9A93-CE32-2523FC450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197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03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326052" y="456495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326052" y="316174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326052" y="1758532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7326052" y="1758532"/>
            <a:ext cx="4196424" cy="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2E9D845-DEE3-CECB-B60D-3E139DB6A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26748DA-8DE8-EFD5-3B01-0D1E56FA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5D20B10-1317-F29F-FDDB-2A3283207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Widescreen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Open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Ahmed ElHossainy</cp:lastModifiedBy>
  <cp:revision>2</cp:revision>
  <dcterms:created xsi:type="dcterms:W3CDTF">2024-03-14T10:03:54Z</dcterms:created>
  <dcterms:modified xsi:type="dcterms:W3CDTF">2025-10-12T17:25:52Z</dcterms:modified>
</cp:coreProperties>
</file>
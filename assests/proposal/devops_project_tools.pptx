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DevOps Project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Tools and Their Roles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Frontend: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JavaScript library for building fast, interactive, and scalable user interfaces.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Backend: FastAPI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modern, fast (high-performance) web framework for building APIs with Python.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Workers: Celery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asynchronous distributed task queue for handling background jobs.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Workers: RQ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Python library for queueing jobs and processing them in the background with workers.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IaC (Infrastructure as Code): Terraform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open-source tool for provisioning and managing infrastructure across multiple cloud providers.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IaC (Infrastructure as Code): Helm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package manager for Kubernetes that simplifies deployment and management of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Runtime: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platform to develop, ship, and run applications inside lightweight containers.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Runtime: Kubernetes (K3s/AKS/EKS/GKE)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orchestration system for automating deployment, scaling, and management of containerized 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Observability: Prometheus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monitoring system that collects and stores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Observability: Grafana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open-source platform for visualization and analytics of metrics and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Observability: Loki/ELK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Loki is a log aggregation system; ELK (Elasticsearch, Logstash, Kibana) is a log management stack.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Observability: Alertmanager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tool to handle alerts sent by Prometheus and route them to proper receivers.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Observability: OpenTelemetry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framework for collecting telemetry data (metrics, logs, traces).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Runbook Engine: Ansible AWX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open-source UI and API for managing Ansible playbooks and automation.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Runbook Engine: Rundeck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automation service for runbook automation, job scheduling, and incident response.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Layer: Ollama (local)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AI models locally for inference without cloud dependency.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Layer: Azure OpenAI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Microsoft’s cloud-hosted service for deploying and using OpenAI models.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DevSecOps: Sigma/YARA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engines for threat detection and malware identification.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DevSecOps: Trivy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vulnerability scanner for containers and IaC.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DevSecOps: OpenSCAP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compliance scanner for security audits and vulnerability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